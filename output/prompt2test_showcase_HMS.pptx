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Prompt2Test: an agentic QA pipeline that explores a live Odoo HMS, generates the full test-design suite, automates it in Playwright, hunts for patient-safety defects, and files them to Jira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was not writing tests - it was that the target had no documentation and kept changing. We solved it by making the pipeline explore first and ground every downstream artifact in captured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steps. Steps 9 through 12 (highlighted) are where the value concentrates: exploratory hunting, bug consolidation, Jira filing, and the traceability/verdict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field used in a case exists in the schema dump - no invented fields. The 3:1 negative ratio is deliberate: negative and boundary cases are where defects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engineering choices are what took the suite from all-failing to stable. They are also what a judge scoring 'automation quality' and 'maintainability' will look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Four real defects, led by a patient-safety Critical. Each reproduces via a direct JSON-RPC create call, proving the flaw is server-side, not a UI cosmetic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traceability from requirement to Jira key across all 36 cases, and an honest, defensible No-Go verdict driven by the evidence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solution is end-to-end, every claim is backed by an artifact in the repo, it is reproducible with one command, and it found four genuine defects - the bonus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-1097280"/>
            <a:ext cx="5486400" cy="5486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2377440"/>
            <a:ext cx="4572000" cy="54864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2296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PROMPT2TEST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QA for an Oncology HMS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-&gt; Design -&gt; Automate -&gt; Hunt -&gt; File -&gt; Trace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test pipeline on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HealthPlix HMS (Odoo 17)</a:t>
            </a:r>
            <a:pPr indent="0" marL="0">
              <a:buNone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Web UI lane  |  ATA AI Test Hackathon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defects found &amp; filed to Jira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moving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app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spec, no docs. A custom oncology HMS on Odoo with a theme that redeploys and changes CSS classes mid-run.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Ground-truth first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28346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explorer scripts capture reality: UI map (9 modules) + JSON-RPC schema dump (30 healthplix.* models) before anything is generated.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148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Bug-finding is the goal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3920" y="28346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 defect analysis and real issues found - not test count. Every negative case is a probe, not a checkbox.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12-step artifact-driven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4871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rules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1460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24328" y="24871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FE+API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98848" y="24871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73368" y="24871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47888" y="24871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12680" y="192024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104120" y="2029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122408" y="24871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(neg-first)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337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447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 data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514600" y="3337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447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24328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POM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3315C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3447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98848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business rules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3337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447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73368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hunt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38160" y="3337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3447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47888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bugs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012680" y="333756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04120" y="3447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122408" y="39044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to Jira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2EC4B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0292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1828800" y="5029200"/>
            <a:ext cx="9509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+ verdict + approach + submission package  -  every step consumes the previous step's artifacts as ground truth, so nothing is hallucinated.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grounded in the real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healthplix.* models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schema-dumped via JSON-RPC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38144" y="19202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2148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21024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incl.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E2E journey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19202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2148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19088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negative : 9 positive (3:1)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192024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2148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217152" y="3108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Negative-first by design.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Required-field, boundary, invalid-input, workflow-guard and cross-record isolation categories - each case maps to a scenario and a requirement, verified by an automated coverage contract.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 built to survive the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 page objects + a schema-driven locator factory (Odoo field-widget names, not theme classes).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712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7157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auth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71576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session-cookie injection with in-place re-auth - the themed login form is unreliable.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648456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8039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648456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Redeploy-proof selectors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64845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role / field-name only; every stock locator visibility-filtered to skip hidden DOM twins.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81144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7365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36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4581144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+ reliable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4581144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fullyParallel, 3 workers, retries:1 - 38 UI cases in ~2 minutes, verified stable.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513832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B2C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669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69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55138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+ reporting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5513832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(seed -&gt; test -&gt; report) and a custom executive dashboard (HTML + JUnit).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REAL DEFECTS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genuine defects found &amp; filed to Jira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C1436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KAN-49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49040" y="1828800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NEGATIVE drug quantity on prescription lines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99923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08A1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92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816352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KAN-52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816352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accepts clinically implausible dosage text - no guardrail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86784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08A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8678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803904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KAN-50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3803904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NEGATIVE billing unit price (flows into invoice total)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79145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974336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7433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4791456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KAN-51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49040" y="4791456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NEGATIVE doctor experience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healthplix.* models ship without server-side @api.constrains - UI-only validation is bypassable by any API client. Proven via direct call_kw payloads.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 &amp; release verdict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2C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 chain (RTM: 36/36)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CFE8E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300984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CFE8E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009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90448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CFE8E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044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5079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CFE8E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507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status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511149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key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verdict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514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143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NO-GO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72084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patient-safety and financial defects present. Evidence-based, not a guess.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38/43 passed  </a:t>
            </a:r>
            <a:pPr indent="0" marL="0">
              <a:buNone/>
            </a:pPr>
            <a:r>
              <a:rPr lang="en-US" sz="1500" b="1" dirty="0">
                <a:solidFill>
                  <a:srgbClr val="C14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defect-reds  </a:t>
            </a:r>
            <a:pPr indent="0" marL="0">
              <a:buNone/>
            </a:pPr>
            <a:r>
              <a:rPr lang="en-US" sz="15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documented skips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5120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red tests turn green automatically once the constraints are added - no test changes needed.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371600"/>
            <a:ext cx="5943600" cy="5486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3832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1188720"/>
            <a:ext cx="1097280" cy="10972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7589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End-to-end, evidence-first,</a:t>
            </a:r>
            <a:endParaRPr lang="en-US" sz="3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found real bugs.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63931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6118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Explorer-grounded design - zero invented fields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418795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POM that survives theme redeploys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473659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736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709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+ boundary + negative + exploratory coverage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85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257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defects, filed to Jira, traced in the RTM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1520" y="583387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833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8064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npm run test:full  -&gt;  seed + UI + API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ATA AI Test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Prompt2Test</dc:creator>
  <cp:lastModifiedBy>Prompt2Test</cp:lastModifiedBy>
  <cp:revision>1</cp:revision>
  <dcterms:created xsi:type="dcterms:W3CDTF">2026-07-12T04:44:33Z</dcterms:created>
  <dcterms:modified xsi:type="dcterms:W3CDTF">2026-07-12T04:44:33Z</dcterms:modified>
</cp:coreProperties>
</file>